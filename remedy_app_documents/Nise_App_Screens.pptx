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1" r:id="rId4"/>
    <p:sldId id="263" r:id="rId5"/>
    <p:sldId id="266" r:id="rId6"/>
    <p:sldId id="26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700"/>
  </p:normalViewPr>
  <p:slideViewPr>
    <p:cSldViewPr snapToGrid="0" snapToObjects="1">
      <p:cViewPr varScale="1">
        <p:scale>
          <a:sx n="95" d="100"/>
          <a:sy n="95" d="100"/>
        </p:scale>
        <p:origin x="200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69025B-106C-56A3-D812-CF15D9CF98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22" y="0"/>
            <a:ext cx="12185278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74459" y="5593080"/>
            <a:ext cx="10332720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00" b="1" dirty="0">
                <a:solidFill>
                  <a:srgbClr val="F5F1E8"/>
                </a:solidFill>
                <a:latin typeface="Georgia"/>
              </a:rPr>
              <a:t>Nise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0C2D-148F-3826-E8A8-28956AF0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B77CBC-28F8-52F7-52C0-E3BF3219682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A866D24-80A5-F677-3F1A-C4C7A83F224F}"/>
              </a:ext>
            </a:extLst>
          </p:cNvPr>
          <p:cNvSpPr/>
          <p:nvPr/>
        </p:nvSpPr>
        <p:spPr>
          <a:xfrm>
            <a:off x="23546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6ABF7C3-92BB-AFC1-6411-986987056706}"/>
              </a:ext>
            </a:extLst>
          </p:cNvPr>
          <p:cNvSpPr/>
          <p:nvPr/>
        </p:nvSpPr>
        <p:spPr>
          <a:xfrm>
            <a:off x="3176945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8011B34-85FC-0BE5-80BA-F9279290A424}"/>
              </a:ext>
            </a:extLst>
          </p:cNvPr>
          <p:cNvSpPr/>
          <p:nvPr/>
        </p:nvSpPr>
        <p:spPr>
          <a:xfrm>
            <a:off x="6156151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FDF077D-57DE-28FF-37C2-D05CF5DB6380}"/>
              </a:ext>
            </a:extLst>
          </p:cNvPr>
          <p:cNvSpPr/>
          <p:nvPr/>
        </p:nvSpPr>
        <p:spPr>
          <a:xfrm>
            <a:off x="909763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B4A76F-E53F-CF1F-345F-0BF8822616D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044" y="852965"/>
            <a:ext cx="2286000" cy="4970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61319D-3936-0406-0762-126850C0C3A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526" y="852965"/>
            <a:ext cx="2286000" cy="4970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6E0568-0111-F579-791D-D4399A454F14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8732" y="852965"/>
            <a:ext cx="2286000" cy="49700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4213B6-25C2-23EC-863F-670DFA6D158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0214" y="852965"/>
            <a:ext cx="2286000" cy="49700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1FB469F-325A-5A09-A701-218C15321A0C}"/>
              </a:ext>
            </a:extLst>
          </p:cNvPr>
          <p:cNvSpPr txBox="1"/>
          <p:nvPr/>
        </p:nvSpPr>
        <p:spPr>
          <a:xfrm>
            <a:off x="388044" y="6172987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 Signup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51D484-DBDD-698A-BB8A-00A988E6D265}"/>
              </a:ext>
            </a:extLst>
          </p:cNvPr>
          <p:cNvSpPr txBox="1"/>
          <p:nvPr/>
        </p:nvSpPr>
        <p:spPr>
          <a:xfrm>
            <a:off x="3496654" y="6172987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Demographic Info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3A8DBD-51FB-5937-ADB9-66D13EE3BB5D}"/>
              </a:ext>
            </a:extLst>
          </p:cNvPr>
          <p:cNvSpPr txBox="1"/>
          <p:nvPr/>
        </p:nvSpPr>
        <p:spPr>
          <a:xfrm>
            <a:off x="6475860" y="6172987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Demographic Info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56161E-C01F-2C4C-BEE1-02063D1806E6}"/>
              </a:ext>
            </a:extLst>
          </p:cNvPr>
          <p:cNvSpPr txBox="1"/>
          <p:nvPr/>
        </p:nvSpPr>
        <p:spPr>
          <a:xfrm>
            <a:off x="9417342" y="6172987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Symptom Tab</a:t>
            </a:r>
          </a:p>
        </p:txBody>
      </p:sp>
    </p:spTree>
    <p:extLst>
      <p:ext uri="{BB962C8B-B14F-4D97-AF65-F5344CB8AC3E}">
        <p14:creationId xmlns:p14="http://schemas.microsoft.com/office/powerpoint/2010/main" val="383017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32004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6B7376"/>
                </a:solidFill>
                <a:latin typeface="Calibri"/>
              </a:rPr>
              <a:t>5 / 5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89F684C-6705-2B13-E934-C04F66AD9F54}"/>
              </a:ext>
            </a:extLst>
          </p:cNvPr>
          <p:cNvSpPr/>
          <p:nvPr/>
        </p:nvSpPr>
        <p:spPr>
          <a:xfrm>
            <a:off x="23546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EEC84EF-6DB2-E64E-E8A7-43C5AB41764E}"/>
              </a:ext>
            </a:extLst>
          </p:cNvPr>
          <p:cNvSpPr/>
          <p:nvPr/>
        </p:nvSpPr>
        <p:spPr>
          <a:xfrm>
            <a:off x="3176945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20A49C-AE9F-8468-FBF9-CEB56C7274D8}"/>
              </a:ext>
            </a:extLst>
          </p:cNvPr>
          <p:cNvSpPr/>
          <p:nvPr/>
        </p:nvSpPr>
        <p:spPr>
          <a:xfrm>
            <a:off x="6156151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624BB5E-808F-0F3C-5F22-61CCD9870CA0}"/>
              </a:ext>
            </a:extLst>
          </p:cNvPr>
          <p:cNvSpPr/>
          <p:nvPr/>
        </p:nvSpPr>
        <p:spPr>
          <a:xfrm>
            <a:off x="909763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062A3D-5189-E672-CF68-06F312A4202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044" y="852965"/>
            <a:ext cx="2286000" cy="4970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06C8CA-B2C0-A2CF-2794-35E5F7A11CB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526" y="852965"/>
            <a:ext cx="2286000" cy="4970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3DABD3-FF91-064D-759A-65E7855D279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8733" y="852965"/>
            <a:ext cx="2286000" cy="49700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E512BD-CD2B-FD90-ADAA-269EB5C830F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0214" y="852965"/>
            <a:ext cx="2286000" cy="49700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5482BFB-8EE0-D6F2-FC92-58F1FA5D39B0}"/>
              </a:ext>
            </a:extLst>
          </p:cNvPr>
          <p:cNvSpPr txBox="1"/>
          <p:nvPr/>
        </p:nvSpPr>
        <p:spPr>
          <a:xfrm>
            <a:off x="555172" y="6172987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Selected Symptom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65B77-E50B-0173-BD98-3AC42579EDC5}"/>
              </a:ext>
            </a:extLst>
          </p:cNvPr>
          <p:cNvSpPr txBox="1"/>
          <p:nvPr/>
        </p:nvSpPr>
        <p:spPr>
          <a:xfrm>
            <a:off x="3496654" y="6172987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Remedies Tab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40727-F524-1316-AB7C-65CA93C679A6}"/>
              </a:ext>
            </a:extLst>
          </p:cNvPr>
          <p:cNvSpPr txBox="1"/>
          <p:nvPr/>
        </p:nvSpPr>
        <p:spPr>
          <a:xfrm>
            <a:off x="6475860" y="6172987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Selected Remedy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5A6F10-759E-4F1F-4C09-982661AB9CF7}"/>
              </a:ext>
            </a:extLst>
          </p:cNvPr>
          <p:cNvSpPr txBox="1"/>
          <p:nvPr/>
        </p:nvSpPr>
        <p:spPr>
          <a:xfrm>
            <a:off x="9455066" y="6172987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Ingredient Info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693BF-77BD-3DE6-E6FA-A7C0DA12B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7661-1457-E72F-A2DC-724C98B5EF7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04839-A5E7-2430-AFA6-EA80BC81B747}"/>
              </a:ext>
            </a:extLst>
          </p:cNvPr>
          <p:cNvSpPr txBox="1"/>
          <p:nvPr/>
        </p:nvSpPr>
        <p:spPr>
          <a:xfrm>
            <a:off x="10058400" y="32004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6B7376"/>
                </a:solidFill>
                <a:latin typeface="Calibri"/>
              </a:rPr>
              <a:t>5 / 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F81EFBE-68ED-C128-F573-18171EB4AC74}"/>
              </a:ext>
            </a:extLst>
          </p:cNvPr>
          <p:cNvSpPr/>
          <p:nvPr/>
        </p:nvSpPr>
        <p:spPr>
          <a:xfrm>
            <a:off x="23546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EEC538A-2E6A-7DFC-9CEA-EE0E8CF82962}"/>
              </a:ext>
            </a:extLst>
          </p:cNvPr>
          <p:cNvSpPr/>
          <p:nvPr/>
        </p:nvSpPr>
        <p:spPr>
          <a:xfrm>
            <a:off x="3176945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C7A1241-12C8-53D0-E8A6-8F3E2E205769}"/>
              </a:ext>
            </a:extLst>
          </p:cNvPr>
          <p:cNvSpPr/>
          <p:nvPr/>
        </p:nvSpPr>
        <p:spPr>
          <a:xfrm>
            <a:off x="6156151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8A86E79-668C-77D3-D417-61C3CFE474F0}"/>
              </a:ext>
            </a:extLst>
          </p:cNvPr>
          <p:cNvSpPr/>
          <p:nvPr/>
        </p:nvSpPr>
        <p:spPr>
          <a:xfrm>
            <a:off x="909763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D7E10-3733-B910-67C2-56A55A663B9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044" y="852965"/>
            <a:ext cx="2286000" cy="4970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31118E-777F-333C-F07E-F2CB289A28C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8733" y="852965"/>
            <a:ext cx="2286000" cy="4970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632044-BB5F-7C58-8CE3-BB701413ED7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0214" y="852965"/>
            <a:ext cx="2286000" cy="4970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8911E0-D5BA-487C-4EDA-CB78940402CC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526" y="852965"/>
            <a:ext cx="2286000" cy="49700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7B784D4-71BD-9DAC-5678-34C68A472195}"/>
              </a:ext>
            </a:extLst>
          </p:cNvPr>
          <p:cNvSpPr txBox="1"/>
          <p:nvPr/>
        </p:nvSpPr>
        <p:spPr>
          <a:xfrm>
            <a:off x="555172" y="6172987"/>
            <a:ext cx="195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Begin Cleanse Journal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84768-55F4-9D95-A379-9F28FBFB18A3}"/>
              </a:ext>
            </a:extLst>
          </p:cNvPr>
          <p:cNvSpPr txBox="1"/>
          <p:nvPr/>
        </p:nvSpPr>
        <p:spPr>
          <a:xfrm>
            <a:off x="3663782" y="6151004"/>
            <a:ext cx="195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Anti-inflammatory Research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061867-D92E-FE25-FAC1-BFB708436470}"/>
              </a:ext>
            </a:extLst>
          </p:cNvPr>
          <p:cNvSpPr txBox="1"/>
          <p:nvPr/>
        </p:nvSpPr>
        <p:spPr>
          <a:xfrm>
            <a:off x="6475860" y="6179121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Journal Tab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EDC728-19E7-1546-634B-39BACA1161B5}"/>
              </a:ext>
            </a:extLst>
          </p:cNvPr>
          <p:cNvSpPr txBox="1"/>
          <p:nvPr/>
        </p:nvSpPr>
        <p:spPr>
          <a:xfrm>
            <a:off x="9584470" y="6214073"/>
            <a:ext cx="195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Mark Day As Complete Button</a:t>
            </a:r>
          </a:p>
        </p:txBody>
      </p:sp>
    </p:spTree>
    <p:extLst>
      <p:ext uri="{BB962C8B-B14F-4D97-AF65-F5344CB8AC3E}">
        <p14:creationId xmlns:p14="http://schemas.microsoft.com/office/powerpoint/2010/main" val="300544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B4C48-5918-38CE-1040-ADD715221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4E5DB6-3EA5-D04C-F094-191E1E27C72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DD3CF-C015-F303-CAA0-E9CB23150FF0}"/>
              </a:ext>
            </a:extLst>
          </p:cNvPr>
          <p:cNvSpPr txBox="1"/>
          <p:nvPr/>
        </p:nvSpPr>
        <p:spPr>
          <a:xfrm>
            <a:off x="10058400" y="32004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6B7376"/>
                </a:solidFill>
                <a:latin typeface="Calibri"/>
              </a:rPr>
              <a:t>5 / 5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AFBAAC6-E40B-5711-D7FE-B6820C31B5D1}"/>
              </a:ext>
            </a:extLst>
          </p:cNvPr>
          <p:cNvSpPr/>
          <p:nvPr/>
        </p:nvSpPr>
        <p:spPr>
          <a:xfrm>
            <a:off x="23546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17F8A5A-9B2C-87F5-1FA1-6D2D863B122A}"/>
              </a:ext>
            </a:extLst>
          </p:cNvPr>
          <p:cNvSpPr/>
          <p:nvPr/>
        </p:nvSpPr>
        <p:spPr>
          <a:xfrm>
            <a:off x="3176945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895A4DC-7DDB-2453-7020-9D86367374FF}"/>
              </a:ext>
            </a:extLst>
          </p:cNvPr>
          <p:cNvSpPr/>
          <p:nvPr/>
        </p:nvSpPr>
        <p:spPr>
          <a:xfrm>
            <a:off x="6156151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930C27E-93F6-C0A9-C90A-896FFCCFB2DC}"/>
              </a:ext>
            </a:extLst>
          </p:cNvPr>
          <p:cNvSpPr/>
          <p:nvPr/>
        </p:nvSpPr>
        <p:spPr>
          <a:xfrm>
            <a:off x="909763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ED264-3758-A164-9C12-FFBAB72257E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526" y="852965"/>
            <a:ext cx="2286000" cy="4970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0C7E5A-3C67-4F35-6E8A-F01852C3A00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8733" y="852965"/>
            <a:ext cx="2286000" cy="4970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014A33-F6C9-1603-E0AC-391CB8A9B17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50214" y="852965"/>
            <a:ext cx="2286000" cy="49700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503065-086E-2D3F-CF23-6C56C5A8DB17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044" y="852965"/>
            <a:ext cx="2286000" cy="49700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DE62674-6E3B-B054-3910-3B57251699FC}"/>
              </a:ext>
            </a:extLst>
          </p:cNvPr>
          <p:cNvSpPr txBox="1"/>
          <p:nvPr/>
        </p:nvSpPr>
        <p:spPr>
          <a:xfrm>
            <a:off x="722300" y="6151004"/>
            <a:ext cx="195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Selected Daily Reminder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9A9D8-DB59-3274-9F67-D3393EFC7E5E}"/>
              </a:ext>
            </a:extLst>
          </p:cNvPr>
          <p:cNvSpPr txBox="1"/>
          <p:nvPr/>
        </p:nvSpPr>
        <p:spPr>
          <a:xfrm>
            <a:off x="6642989" y="6151003"/>
            <a:ext cx="195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Message After Completing Day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15D861-407D-668E-E008-6C1EDD9FC889}"/>
              </a:ext>
            </a:extLst>
          </p:cNvPr>
          <p:cNvSpPr txBox="1"/>
          <p:nvPr/>
        </p:nvSpPr>
        <p:spPr>
          <a:xfrm>
            <a:off x="9584470" y="6090339"/>
            <a:ext cx="1951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About Tab </a:t>
            </a:r>
          </a:p>
        </p:txBody>
      </p:sp>
    </p:spTree>
    <p:extLst>
      <p:ext uri="{BB962C8B-B14F-4D97-AF65-F5344CB8AC3E}">
        <p14:creationId xmlns:p14="http://schemas.microsoft.com/office/powerpoint/2010/main" val="3690637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D3B60-B239-6403-8DAE-84794B68F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EC0931-0A6E-1B24-114E-642BD646E15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8BF70-B656-E6AE-0878-91166FF1CFEA}"/>
              </a:ext>
            </a:extLst>
          </p:cNvPr>
          <p:cNvSpPr txBox="1"/>
          <p:nvPr/>
        </p:nvSpPr>
        <p:spPr>
          <a:xfrm>
            <a:off x="10058400" y="320040"/>
            <a:ext cx="1828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>
                <a:solidFill>
                  <a:srgbClr val="6B7376"/>
                </a:solidFill>
                <a:latin typeface="Calibri"/>
              </a:rPr>
              <a:t>5 / 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98754D-D2FB-A467-6FE3-76325EDB8C1A}"/>
              </a:ext>
            </a:extLst>
          </p:cNvPr>
          <p:cNvSpPr/>
          <p:nvPr/>
        </p:nvSpPr>
        <p:spPr>
          <a:xfrm>
            <a:off x="23546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9266811-63E3-5119-CACD-956FB3FCE786}"/>
              </a:ext>
            </a:extLst>
          </p:cNvPr>
          <p:cNvSpPr/>
          <p:nvPr/>
        </p:nvSpPr>
        <p:spPr>
          <a:xfrm>
            <a:off x="3176945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208FE6A-8788-7E07-E93A-1DA2E7A011BA}"/>
              </a:ext>
            </a:extLst>
          </p:cNvPr>
          <p:cNvSpPr/>
          <p:nvPr/>
        </p:nvSpPr>
        <p:spPr>
          <a:xfrm>
            <a:off x="6156151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DA669F9-7621-AA76-521B-1B5654C1CCAD}"/>
              </a:ext>
            </a:extLst>
          </p:cNvPr>
          <p:cNvSpPr/>
          <p:nvPr/>
        </p:nvSpPr>
        <p:spPr>
          <a:xfrm>
            <a:off x="9097633" y="585651"/>
            <a:ext cx="2591162" cy="5504688"/>
          </a:xfrm>
          <a:prstGeom prst="roundRect">
            <a:avLst>
              <a:gd name="adj" fmla="val 4000"/>
            </a:avLst>
          </a:prstGeom>
          <a:solidFill>
            <a:srgbClr val="E8E2D6"/>
          </a:solidFill>
          <a:ln w="6350">
            <a:solidFill>
              <a:srgbClr val="D8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479BC8-3A85-E3CF-7F92-F227F2EADB2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9526" y="852965"/>
            <a:ext cx="2286000" cy="49700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112FD1-05E3-127C-BAEA-E7B7B9B13E0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8733" y="852965"/>
            <a:ext cx="2286000" cy="49700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1414E9-8056-C599-7D8C-7DD936484C0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044" y="852965"/>
            <a:ext cx="2286000" cy="49700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01400D-FC1C-C3BA-E766-257359876330}"/>
              </a:ext>
            </a:extLst>
          </p:cNvPr>
          <p:cNvSpPr txBox="1"/>
          <p:nvPr/>
        </p:nvSpPr>
        <p:spPr>
          <a:xfrm>
            <a:off x="555172" y="6172987"/>
            <a:ext cx="195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Story sub-section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78F7CB-EE7D-BB09-ACF1-212F3CBBE860}"/>
              </a:ext>
            </a:extLst>
          </p:cNvPr>
          <p:cNvSpPr txBox="1"/>
          <p:nvPr/>
        </p:nvSpPr>
        <p:spPr>
          <a:xfrm>
            <a:off x="3663782" y="6172987"/>
            <a:ext cx="195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Safety Disclaimer sub-section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4F4EC4-D348-2998-9896-466715AC6489}"/>
              </a:ext>
            </a:extLst>
          </p:cNvPr>
          <p:cNvSpPr txBox="1"/>
          <p:nvPr/>
        </p:nvSpPr>
        <p:spPr>
          <a:xfrm>
            <a:off x="6642989" y="6172986"/>
            <a:ext cx="1951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Privacy Disclaimer (Broken)</a:t>
            </a:r>
          </a:p>
        </p:txBody>
      </p:sp>
    </p:spTree>
    <p:extLst>
      <p:ext uri="{BB962C8B-B14F-4D97-AF65-F5344CB8AC3E}">
        <p14:creationId xmlns:p14="http://schemas.microsoft.com/office/powerpoint/2010/main" val="656933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1035</TotalTime>
  <Words>62</Words>
  <Application>Microsoft Macintosh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Aerwin Apollo Perez</cp:lastModifiedBy>
  <cp:revision>3</cp:revision>
  <dcterms:created xsi:type="dcterms:W3CDTF">2013-01-27T09:14:16Z</dcterms:created>
  <dcterms:modified xsi:type="dcterms:W3CDTF">2026-05-18T01:17:39Z</dcterms:modified>
  <cp:category/>
</cp:coreProperties>
</file>